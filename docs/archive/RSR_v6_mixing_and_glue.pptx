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reasonable question - it follows if you assume one training step means one batch of data. Slide 2 is the whole answer; slides 3-5 are supporting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here. The single point to land: two independent fetches feeding one update. Everything else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point: green blocks appear everywhere in both rows. Weighting is additive, not restrictive.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he pictures a version where ONE batch serves both losses, his objection is correct for that design - worth asking which he had in mind. Ours makes two fetches.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negative result. Half an hour of GPU killed a wrong idea before it reached a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IS the pass mark - nobody should expect a similarity objective to improve sentiment classification. CoLA being highest is a genuine bonus and the strongest form of 'we did not break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shared engineering gotcha rather than a criticism - it is extremely common and it does not affect any of his RSR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open question. Everything else on this slide is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losses mix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whether it costs us a working language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E2A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1546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alternating, the MLM step can use any random sentences. Doesn't weighted mixing mean MLM can only use the RSR target words?"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 and the next slide is the entire answer.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schemes leave the MLM data completely free. What changes is only how the two numbers are combined.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update. Two separate trips for data.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step is not limited to one batch. We fetch twice, get two numbers, add them, and correct the model once.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79476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FETCH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SCORES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EAF6F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488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 at 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441448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history, football,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- anything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84448" y="2487168"/>
            <a:ext cx="164592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20574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EA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3904488" y="21488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batch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04488" y="2441448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sentences, 15% of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hidden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30568" y="2487168"/>
            <a:ext cx="164592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20574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41B34"/>
          </a:solidFill>
          <a:ln/>
        </p:spPr>
      </p:sp>
      <p:sp>
        <p:nvSpPr>
          <p:cNvPr id="17" name="Text 15"/>
          <p:cNvSpPr/>
          <p:nvPr/>
        </p:nvSpPr>
        <p:spPr>
          <a:xfrm>
            <a:off x="7150608" y="21488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error = 2.3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50608" y="2441448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badly it guessed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DF1E9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204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human ratings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813048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dog, spoon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inside a sentence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84448" y="3858768"/>
            <a:ext cx="164592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34290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DF1E9"/>
          </a:solidFill>
          <a:ln/>
        </p:spPr>
      </p:sp>
      <p:sp>
        <p:nvSpPr>
          <p:cNvPr id="24" name="Text 22"/>
          <p:cNvSpPr/>
          <p:nvPr/>
        </p:nvSpPr>
        <p:spPr>
          <a:xfrm>
            <a:off x="3904488" y="35204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batch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04488" y="3813048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target words, all their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similarities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30568" y="3858768"/>
            <a:ext cx="164592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34290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41B34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35204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error = 0.5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3813048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its ranking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human ranking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18320" y="2578608"/>
            <a:ext cx="320040" cy="0"/>
          </a:xfrm>
          <a:prstGeom prst="line">
            <a:avLst/>
          </a:prstGeom>
          <a:noFill/>
          <a:ln w="25400">
            <a:solidFill>
              <a:srgbClr val="B9C4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3950208"/>
            <a:ext cx="320040" cy="0"/>
          </a:xfrm>
          <a:prstGeom prst="line">
            <a:avLst/>
          </a:prstGeom>
          <a:noFill/>
          <a:ln w="25400">
            <a:solidFill>
              <a:srgbClr val="B9C4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38360" y="2578608"/>
            <a:ext cx="0" cy="1371600"/>
          </a:xfrm>
          <a:prstGeom prst="line">
            <a:avLst/>
          </a:prstGeom>
          <a:noFill/>
          <a:ln w="25400">
            <a:solidFill>
              <a:srgbClr val="B9C4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38360" y="3145536"/>
            <a:ext cx="228600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8400" y="205740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4325C"/>
          </a:solidFill>
          <a:ln w="12700">
            <a:solidFill>
              <a:srgbClr val="24325C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14984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14984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x 2.3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49840" y="2798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4984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 x 0.5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41280" y="3310128"/>
            <a:ext cx="1188720" cy="0"/>
          </a:xfrm>
          <a:prstGeom prst="line">
            <a:avLst/>
          </a:prstGeom>
          <a:noFill/>
          <a:ln w="12700">
            <a:solidFill>
              <a:srgbClr val="F2C1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0" y="3364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1.04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14984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rows never touch each other.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sentences in the top row do not need to contain cat, dog or spoon. They are a completely separate fetch from a completely separate pool. Adding two numbers together does not require them to have come from the same data - which is why weighted mixing puts no constraint at all on what MLM can train 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VS WEIGHTED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real difference: when they arrive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MLM steps, then 1 RSR step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4884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4884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BE3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5236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5236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7824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7824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DCEEEA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104120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04120" y="20574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/>
        </p:spPr>
      </p:sp>
      <p:sp>
        <p:nvSpPr>
          <p:cNvPr id="44" name="Text 42"/>
          <p:cNvSpPr/>
          <p:nvPr/>
        </p:nvSpPr>
        <p:spPr>
          <a:xfrm>
            <a:off x="1010412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104120" y="25603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BE3D4"/>
          </a:solidFill>
          <a:ln/>
        </p:spPr>
      </p:sp>
      <p:sp>
        <p:nvSpPr>
          <p:cNvPr id="46" name="Text 44"/>
          <p:cNvSpPr/>
          <p:nvPr/>
        </p:nvSpPr>
        <p:spPr>
          <a:xfrm>
            <a:off x="1010412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" y="2999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uses free-choice sentences on 3 steps in 4.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35204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2296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4884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losses in every step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296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2296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14884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4884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60" name="Text 58"/>
          <p:cNvSpPr/>
          <p:nvPr/>
        </p:nvSpPr>
        <p:spPr>
          <a:xfrm>
            <a:off x="214884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14884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62" name="Text 60"/>
          <p:cNvSpPr/>
          <p:nvPr/>
        </p:nvSpPr>
        <p:spPr>
          <a:xfrm>
            <a:off x="214884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14884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64" name="Text 62"/>
          <p:cNvSpPr/>
          <p:nvPr/>
        </p:nvSpPr>
        <p:spPr>
          <a:xfrm>
            <a:off x="214884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47472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7472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67" name="Text 65"/>
          <p:cNvSpPr/>
          <p:nvPr/>
        </p:nvSpPr>
        <p:spPr>
          <a:xfrm>
            <a:off x="347472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7472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69" name="Text 67"/>
          <p:cNvSpPr/>
          <p:nvPr/>
        </p:nvSpPr>
        <p:spPr>
          <a:xfrm>
            <a:off x="347472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47472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71" name="Text 69"/>
          <p:cNvSpPr/>
          <p:nvPr/>
        </p:nvSpPr>
        <p:spPr>
          <a:xfrm>
            <a:off x="347472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0060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80060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74" name="Text 72"/>
          <p:cNvSpPr/>
          <p:nvPr/>
        </p:nvSpPr>
        <p:spPr>
          <a:xfrm>
            <a:off x="480060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0060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76" name="Text 74"/>
          <p:cNvSpPr/>
          <p:nvPr/>
        </p:nvSpPr>
        <p:spPr>
          <a:xfrm>
            <a:off x="480060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80060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78" name="Text 76"/>
          <p:cNvSpPr/>
          <p:nvPr/>
        </p:nvSpPr>
        <p:spPr>
          <a:xfrm>
            <a:off x="480060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12648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12648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81" name="Text 79"/>
          <p:cNvSpPr/>
          <p:nvPr/>
        </p:nvSpPr>
        <p:spPr>
          <a:xfrm>
            <a:off x="612648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83" name="Text 81"/>
          <p:cNvSpPr/>
          <p:nvPr/>
        </p:nvSpPr>
        <p:spPr>
          <a:xfrm>
            <a:off x="612648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2648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85" name="Text 83"/>
          <p:cNvSpPr/>
          <p:nvPr/>
        </p:nvSpPr>
        <p:spPr>
          <a:xfrm>
            <a:off x="612648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45236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45236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88" name="Text 86"/>
          <p:cNvSpPr/>
          <p:nvPr/>
        </p:nvSpPr>
        <p:spPr>
          <a:xfrm>
            <a:off x="745236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45236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90" name="Text 88"/>
          <p:cNvSpPr/>
          <p:nvPr/>
        </p:nvSpPr>
        <p:spPr>
          <a:xfrm>
            <a:off x="745236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45236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92" name="Text 90"/>
          <p:cNvSpPr/>
          <p:nvPr/>
        </p:nvSpPr>
        <p:spPr>
          <a:xfrm>
            <a:off x="745236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77824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877824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95" name="Text 93"/>
          <p:cNvSpPr/>
          <p:nvPr/>
        </p:nvSpPr>
        <p:spPr>
          <a:xfrm>
            <a:off x="877824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77824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97" name="Text 95"/>
          <p:cNvSpPr/>
          <p:nvPr/>
        </p:nvSpPr>
        <p:spPr>
          <a:xfrm>
            <a:off x="877824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877824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99" name="Text 97"/>
          <p:cNvSpPr/>
          <p:nvPr/>
        </p:nvSpPr>
        <p:spPr>
          <a:xfrm>
            <a:off x="877824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010412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104120" y="4206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10412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0104120" y="445312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8743B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104120" y="4453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0104120" y="47183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E2A4E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104120" y="4718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822960" y="51480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uses free-choice sentences on EVERY step - it simply has RSR alongside it.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868680" y="5669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 </a:t>
            </a:r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MLM blocks are present in both schemes, and in both they draw from whatever pool we choose. Weighting adds RSR alongside - it never takes MLM's data away.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code, and what genuinely differs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weighted step, in full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mlm_loss = do_mlm_loss()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its own batch, sampled independently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rsr_loss = do_rsr_loss()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DIFFERENT batch, from the RSR sampler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(1-L)*mlm_loss + L*rsr_loss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9626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 numbers, added. one update.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481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function calls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8105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goes off, fetches its own batch from its own pool, runs it through the model, and returns a single number. Nothing is shared between them except the model being trained.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wanted general Wikipedia for MLM and target-word sentences for RSR, that composes perfectly well.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383280" cy="38404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42900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3429000"/>
            <a:ext cx="2560320" cy="38404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9" name="Text 17"/>
          <p:cNvSpPr/>
          <p:nvPr/>
        </p:nvSpPr>
        <p:spPr>
          <a:xfrm>
            <a:off x="4059936" y="34290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2560320" cy="38404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21" name="Text 19"/>
          <p:cNvSpPr/>
          <p:nvPr/>
        </p:nvSpPr>
        <p:spPr>
          <a:xfrm>
            <a:off x="6620256" y="34290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3429000"/>
            <a:ext cx="2560320" cy="38404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23" name="Text 21"/>
          <p:cNvSpPr/>
          <p:nvPr/>
        </p:nvSpPr>
        <p:spPr>
          <a:xfrm>
            <a:off x="9180576" y="34290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13048"/>
            <a:ext cx="338328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38130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8130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38130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8130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MLM may use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59936" y="38130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0256" y="38130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0576" y="38130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70248"/>
            <a:ext cx="338328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42702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42702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4270248"/>
            <a:ext cx="2560320" cy="457200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2702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RSR may use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059936" y="42702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0256" y="42702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80576" y="42702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727448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0" y="47274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47274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47274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" y="47274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on an RSR step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059936" y="47274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alone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0256" y="47274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blend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80576" y="47274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difference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184648"/>
            <a:ext cx="338328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5184648"/>
            <a:ext cx="256032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5184648"/>
            <a:ext cx="256032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52560" y="5184648"/>
            <a:ext cx="256032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51846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passes per step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059936" y="5184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20256" y="5184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80576" y="5184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the compute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641848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31920" y="56418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56418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2560" y="56418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" y="56418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RSR is seen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059936" y="56418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step in 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20256" y="56418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180576" y="56418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the RSR data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green rows are the direct answer. The amber rows are the genuine trade-offs of weighting - practical, not conceptual.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mixing explain your collapse? 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rsr_targetwords, untouched except for the mixing. Lambda set to 0.25 so RSR keeps the same total share of the gradient as your 1-in-4 schedule - making the mixing the only variable.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2024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202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920240"/>
            <a:ext cx="237744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8" name="Text 6"/>
          <p:cNvSpPr/>
          <p:nvPr/>
        </p:nvSpPr>
        <p:spPr>
          <a:xfrm>
            <a:off x="2578608" y="19202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(alternating)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237744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9202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(weighted)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3774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3774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774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78608" y="2377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56048" y="2377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92024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834640"/>
            <a:ext cx="237744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34640"/>
            <a:ext cx="2377440" cy="45720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8346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78608" y="2834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56048" y="2834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2918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2918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291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78608" y="32918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32918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3429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SimLex-999 during training. Both collapse, identically.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1920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2668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hypothesis was wrong.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726680" y="2697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thought the pure RSR steps were what broke it. They are not. Within your codebase, the real sentences really are the cause - your conclusion stands.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4069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that leaves it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" y="4389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Real-sentence RSR breaks in your setup and works in mine, and we now know the mixing is not why. Three untested differences remain, in the order I would check them: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4882896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25880" y="4846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keep the best checkpoint; you report step 8000. Since tested - our generalisation effect survives without it.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4400" y="5285232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25880" y="52486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 layer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apply the loss at layer 12, you at layer 5.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4400" y="5687568"/>
            <a:ext cx="274320" cy="274320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25880" y="5650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 against your 1e-5.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 |  5 GLUE TASKS, 3 SEEDS 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any of this break the language model?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defensive check. RSR deliberately rewires the model's geometry, so the fair question is whether general language ability survived. Parity is the target, not a win.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5120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(what it asks)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2103120" cy="5120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82880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103120" cy="5120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82880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+MLM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2103120" cy="5120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2" name="Text 10"/>
          <p:cNvSpPr/>
          <p:nvPr/>
        </p:nvSpPr>
        <p:spPr>
          <a:xfrm>
            <a:off x="8522208" y="182880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340864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340864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340864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340864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40864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MRPC   do these mean the same?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34086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19088" y="234086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22208" y="234086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852928"/>
            <a:ext cx="365760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852928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852928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852928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852928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   does B follow from A?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15968" y="285292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19088" y="285292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22208" y="285292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364992"/>
            <a:ext cx="3657600" cy="512064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3364992"/>
            <a:ext cx="2103120" cy="512064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364992"/>
            <a:ext cx="2103120" cy="512064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364992"/>
            <a:ext cx="2103120" cy="512064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364992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  is this grammatical?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15968" y="3364992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19088" y="3364992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22208" y="3364992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3877056"/>
            <a:ext cx="365760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3877056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877056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3877056"/>
            <a:ext cx="2103120" cy="512064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877056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STS-B   how similar are these?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15968" y="3877056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19088" y="3877056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522208" y="3877056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389120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4389120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4389120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4389120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8912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  positive or negative?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15968" y="438912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19088" y="438912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522208" y="438912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0698480" y="1828800"/>
            <a:ext cx="914400" cy="3072384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744200" y="2286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10744200" y="288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runs out of 45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sits within noise of both baselines on every task - the largest gap is 0.013. No catastrophic forgetting.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54132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 fact the best of the three on CoLA, which tests grammar rather than meaning - exactly where damage would show if reshaping the semantic geometry had harmed the model's underlying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CHANGED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earlier GLUE table looked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90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symptom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roberta-base scored 0.000 on STS-B and CoLA. All three models scored exactly 0.4729 on RTE.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95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0.4729 is the majority-class rate.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learned nothing and guessed the most common answer every time. That is a fine-tuning failure, not a difference between models.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490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81051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BERT-family models are known to be unstable when fine-tuned on the SMALL GLUE sets - RTE, CoLA, STS-B, MRPC. Some runs simply collapse.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classic risk factors were all present: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2770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no learning-rate warmup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0" y="30266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only 3 epochs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 single seed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9776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changed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39826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warmup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tiny learning rate and ramp it up, so the first updates cannot wreck the pretrained weights.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146304" cy="146304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7457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on small tasks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rather than 3 for RTE, CoLA and STS-B, giving them room to actually converge.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20293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51480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seeds, reported as mean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unlucky run can no longer become the headline number.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5605272"/>
            <a:ext cx="146304" cy="14630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5550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collapse detector  -  </a:t>
            </a:r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 predicting one class for more than 95% of items is flagged, not silently averaged in.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56692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45 runs, zero collapses, every score in the range published for BERT-base.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2395728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2286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mixing does not restrict the MLM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25968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fetch an MLM batch and an RSR batch separately every step, add the two numbers, and update once. MLM can use any sentences in either scheme.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3355848"/>
            <a:ext cx="164592" cy="16459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2461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costs of weighting are practical.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5570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passes per step instead of one, and RSR data consumed four times faster. Neither is a constraint on what the losses may train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315968"/>
            <a:ext cx="164592" cy="164592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206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mixing does not explain your collapse.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5171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directly with lambda matched to your 1-in-4 ratio. Both collapse identically - my hypothesis was wrong and your conclusion holds.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276088"/>
            <a:ext cx="164592" cy="164592"/>
          </a:xfrm>
          <a:prstGeom prst="ellipse">
            <a:avLst/>
          </a:prstGeom>
          <a:solidFill>
            <a:srgbClr val="B9C4DC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166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is intact.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4772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across five GLUE tasks, best-of-three on CoLA, zero collapsed runs in 45.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I would most like your steer on: which of early stopping, read-out layer or learning rate to chase first.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mixing and downstream results</dc:title>
  <dc:subject>PptxGenJS Presentation</dc:subject>
  <dc:creator>Jack McMenamin</dc:creator>
  <cp:lastModifiedBy>Jack McMenamin</cp:lastModifiedBy>
  <cp:revision>1</cp:revision>
  <dcterms:created xsi:type="dcterms:W3CDTF">2026-08-03T19:46:01Z</dcterms:created>
  <dcterms:modified xsi:type="dcterms:W3CDTF">2026-08-03T19:46:01Z</dcterms:modified>
</cp:coreProperties>
</file>