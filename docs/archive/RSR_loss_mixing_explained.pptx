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Barry's question. The confusion is a very reasonable one - it follows from assuming one training step means one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the question. Land the point that adding two numbers does not require them to come from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fetches. If we wanted general Wikipedia for MLM and target-word sentences for RSR, that composes perfectly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rows are the direct answer. Amber rows are the real trade-offs and are worth discussing on their own merits.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negative result plainly - it cost half an hour and killed a wrong idea before it reached a paper. The early-stopping point is the one I would look at next; it may be the simplest explanation of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losses mix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one question directly: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E2A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2004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"Alternating lets MLM use any random sentences. Doesn't weighted mixing force MLM to use only the RSR target words?"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no. Both schemes leave the MLM data completely free.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is the whole explanation. Everything after it is detail.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ANSWER, ON 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update can use two batches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DF1F8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sounds like we 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batch  -&gt;  one loss  -&gt;  one update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that were true, the single batch would have to serve BOTH jobs. RSR needs target words, so MLM would be stuck with target-word sentences.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reasonable assumption behind the question.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batches  -&gt;  two losses  -&gt;  add  -&gt;  one update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fetch an MLM batch AND an RSR batch, separately. Each produces its own number. We add the two numbers, then update once.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batches never meet. They are just two numbers.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F2F5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749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weighted step, start to finish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8 random sentences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4754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at all - Roman history, football, cooking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534924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49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MLM error = 2.3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29000" y="4279392"/>
            <a:ext cx="146304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4206240"/>
            <a:ext cx="384048" cy="384048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41648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16 target words in sentences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66160" y="4754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dog, spoon ... the words with human ratings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66160" y="534924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5349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RSR error = 0.5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4279392"/>
            <a:ext cx="146304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3640" y="4206240"/>
            <a:ext cx="384048" cy="384048"/>
          </a:xfrm>
          <a:prstGeom prst="ellipse">
            <a:avLst/>
          </a:prstGeom>
          <a:solidFill>
            <a:srgbClr val="24325C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39128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two numbers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4754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x 2.3   +   0.7 x 0.5   =   1.04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34924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432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5349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combined score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823960" y="4279392"/>
            <a:ext cx="146304" cy="237744"/>
          </a:xfrm>
          <a:prstGeom prst="rightArrow">
            <a:avLst/>
          </a:prstGeom>
          <a:solidFill>
            <a:srgbClr val="B9C4DC"/>
          </a:solidFill>
          <a:ln/>
        </p:spPr>
      </p:sp>
      <p:sp>
        <p:nvSpPr>
          <p:cNvPr id="37" name="Shape 35"/>
          <p:cNvSpPr/>
          <p:nvPr/>
        </p:nvSpPr>
        <p:spPr>
          <a:xfrm>
            <a:off x="8961120" y="4206240"/>
            <a:ext cx="384048" cy="38404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436608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model once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61120" y="4754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that single number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61120" y="534924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5349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has nothing to do with step 2. The sentences in step 1 never need to contain cat, dog or spoon.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FREEDOM EITHER 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comes from, in both schemes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90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 (Barry)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856232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AF6F4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56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batch  -  ANY sentences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2295144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AF6F4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2951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batch  -  ANY sentences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706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2734056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EA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27340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batch  -  ANY sentences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1455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3172968"/>
            <a:ext cx="3977640" cy="329184"/>
          </a:xfrm>
          <a:prstGeom prst="roundRect">
            <a:avLst>
              <a:gd name="adj" fmla="val 13889"/>
            </a:avLst>
          </a:prstGeom>
          <a:solidFill>
            <a:srgbClr val="FDF1E9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1729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batch  -  target words only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310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every 4 steps are MLM on free-choice sentences.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490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 (Jack)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1856232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EAF6F4"/>
          </a:solidFill>
          <a:ln/>
        </p:spPr>
      </p:sp>
      <p:sp>
        <p:nvSpPr>
          <p:cNvPr id="23" name="Text 21"/>
          <p:cNvSpPr/>
          <p:nvPr/>
        </p:nvSpPr>
        <p:spPr>
          <a:xfrm>
            <a:off x="7333488" y="18562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- ANY sents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17152" y="185623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36608" y="1856232"/>
            <a:ext cx="1627632" cy="329184"/>
          </a:xfrm>
          <a:prstGeom prst="roundRect">
            <a:avLst>
              <a:gd name="adj" fmla="val 13889"/>
            </a:avLst>
          </a:prstGeom>
          <a:solidFill>
            <a:srgbClr val="FDF1E9"/>
          </a:solidFill>
          <a:ln/>
        </p:spPr>
      </p:sp>
      <p:sp>
        <p:nvSpPr>
          <p:cNvPr id="26" name="Text 24"/>
          <p:cNvSpPr/>
          <p:nvPr/>
        </p:nvSpPr>
        <p:spPr>
          <a:xfrm>
            <a:off x="9500616" y="18562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- targets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2677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2295144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EAF6F4"/>
          </a:solidFill>
          <a:ln/>
        </p:spPr>
      </p:sp>
      <p:sp>
        <p:nvSpPr>
          <p:cNvPr id="29" name="Text 27"/>
          <p:cNvSpPr/>
          <p:nvPr/>
        </p:nvSpPr>
        <p:spPr>
          <a:xfrm>
            <a:off x="7333488" y="2295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- ANY sents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217152" y="229514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36608" y="2295144"/>
            <a:ext cx="1627632" cy="329184"/>
          </a:xfrm>
          <a:prstGeom prst="roundRect">
            <a:avLst>
              <a:gd name="adj" fmla="val 13889"/>
            </a:avLst>
          </a:prstGeom>
          <a:solidFill>
            <a:srgbClr val="FDF1E9"/>
          </a:solidFill>
          <a:ln/>
        </p:spPr>
      </p:sp>
      <p:sp>
        <p:nvSpPr>
          <p:cNvPr id="32" name="Text 30"/>
          <p:cNvSpPr/>
          <p:nvPr/>
        </p:nvSpPr>
        <p:spPr>
          <a:xfrm>
            <a:off x="9500616" y="229514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- targets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27066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69480" y="2734056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EAF6F4"/>
          </a:solidFill>
          <a:ln/>
        </p:spPr>
      </p:sp>
      <p:sp>
        <p:nvSpPr>
          <p:cNvPr id="35" name="Text 33"/>
          <p:cNvSpPr/>
          <p:nvPr/>
        </p:nvSpPr>
        <p:spPr>
          <a:xfrm>
            <a:off x="7333488" y="27340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- ANY sents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17152" y="273405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436608" y="2734056"/>
            <a:ext cx="1627632" cy="329184"/>
          </a:xfrm>
          <a:prstGeom prst="roundRect">
            <a:avLst>
              <a:gd name="adj" fmla="val 13889"/>
            </a:avLst>
          </a:prstGeom>
          <a:solidFill>
            <a:srgbClr val="FDF1E9"/>
          </a:solidFill>
          <a:ln/>
        </p:spPr>
      </p:sp>
      <p:sp>
        <p:nvSpPr>
          <p:cNvPr id="38" name="Text 36"/>
          <p:cNvSpPr/>
          <p:nvPr/>
        </p:nvSpPr>
        <p:spPr>
          <a:xfrm>
            <a:off x="9500616" y="273405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- targets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31455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69480" y="3172968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EAF6F4"/>
          </a:solidFill>
          <a:ln/>
        </p:spPr>
      </p:sp>
      <p:sp>
        <p:nvSpPr>
          <p:cNvPr id="41" name="Text 39"/>
          <p:cNvSpPr/>
          <p:nvPr/>
        </p:nvSpPr>
        <p:spPr>
          <a:xfrm>
            <a:off x="7333488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- ANY sents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217152" y="317296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436608" y="3172968"/>
            <a:ext cx="1627632" cy="329184"/>
          </a:xfrm>
          <a:prstGeom prst="roundRect">
            <a:avLst>
              <a:gd name="adj" fmla="val 13889"/>
            </a:avLst>
          </a:prstGeom>
          <a:solidFill>
            <a:srgbClr val="FDF1E9"/>
          </a:solidFill>
          <a:ln/>
        </p:spPr>
      </p:sp>
      <p:sp>
        <p:nvSpPr>
          <p:cNvPr id="44" name="Text 42"/>
          <p:cNvSpPr/>
          <p:nvPr/>
        </p:nvSpPr>
        <p:spPr>
          <a:xfrm>
            <a:off x="9500616" y="317296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 - targets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92240" y="3310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MLM on free-choice sentences, PLUS an RSR batch.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68680" y="3931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schemes the MLM batch is fetched on its own, from whatever pool we choose. Weighting changes how the two numbers are combined - not where either one comes from.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8680" y="523036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code, weighted mode: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68680" y="548640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mlm_loss = do_mlm_loss()     # its own batch, sampled independently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" y="5705856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rsr_loss = do_rsr_loss()     # a different batch, from the RSR sampler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8680" y="592531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(1 - L) * mlm_loss + L * rsr_loss     # two numbers, added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 DOES differ?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0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600200"/>
            <a:ext cx="2651760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2651760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0" y="1600200"/>
            <a:ext cx="2651760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1" name="Text 9"/>
          <p:cNvSpPr/>
          <p:nvPr/>
        </p:nvSpPr>
        <p:spPr>
          <a:xfrm>
            <a:off x="909828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31089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057400"/>
            <a:ext cx="26517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057400"/>
            <a:ext cx="26517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2057400"/>
            <a:ext cx="26517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574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MLM can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20574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20574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98280" y="20574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679192"/>
            <a:ext cx="31089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2679192"/>
            <a:ext cx="26517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679192"/>
            <a:ext cx="26517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2679192"/>
            <a:ext cx="2651760" cy="621792"/>
          </a:xfrm>
          <a:prstGeom prst="rect">
            <a:avLst/>
          </a:prstGeom>
          <a:solidFill>
            <a:srgbClr val="EAF6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6791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RSR can 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94760" y="26791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words with ratings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26791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words with ratings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098280" y="26791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300984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3300984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300984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0" y="3300984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30098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on an RSR step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94760" y="33009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RSR, no language signal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33009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blend of both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098280" y="33009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difference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922776"/>
            <a:ext cx="3108960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3922776"/>
            <a:ext cx="2651760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922776"/>
            <a:ext cx="2651760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1120" y="3922776"/>
            <a:ext cx="2651760" cy="621792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92277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passes per step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94760" y="39227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46520" y="39227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98280" y="39227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the compute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544568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0" y="4544568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4544568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61120" y="4544568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45445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RSR is seen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794760" y="45445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step in 4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46520" y="45445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098280" y="45445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the RSR data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rows are the answer to the question: neither scheme restricts what data either loss can use.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genuine costs of weighting are compute (two forward passes per step) and RSR data rate (it consumes RSR batches four times faster). Both are practical, not conceptual.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we tested whether the mixing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rsr_targetwords, unchanged except for the mixing. Lambda set to 0.25 so RSR gets the same total share of the gradient as your 1-in-4 schedule - making the mixing the only variable.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03120" cy="50292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965960"/>
            <a:ext cx="2743200" cy="50292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(yours)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965960"/>
            <a:ext cx="2743200" cy="50292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L=0.25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468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468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2103120" cy="50292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2971800"/>
            <a:ext cx="2743200" cy="50292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2971800"/>
            <a:ext cx="2743200" cy="50292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34747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34747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2103120" cy="50292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3977640"/>
            <a:ext cx="2743200" cy="50292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3977640"/>
            <a:ext cx="2743200" cy="502920"/>
          </a:xfrm>
          <a:prstGeom prst="rect">
            <a:avLst/>
          </a:prstGeom>
          <a:solidFill>
            <a:srgbClr val="F7F9FD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889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48056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51760" y="44805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44805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480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88920" y="4480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32120" y="4480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03920" y="196596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BB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732520" y="2121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3252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collapse.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8732520" y="285292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mixing is not what makes your real-sentence mode fail. Your conclusion holds; my hypothesis was wrong.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open question stands: why does real-sentence RSR collapse in your setup and improve in mine? Remaining suspects are the read-out layer (5 vs 12), the learning rate (1e-5 vs 5e-5), and early stopping - we report the best checkpoint, you report step 8000.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two losses mix</dc:title>
  <dc:subject>PptxGenJS Presentation</dc:subject>
  <dc:creator>PptxGenJS</dc:creator>
  <cp:lastModifiedBy>PptxGenJS</cp:lastModifiedBy>
  <cp:revision>1</cp:revision>
  <dcterms:created xsi:type="dcterms:W3CDTF">2026-08-02T16:52:15Z</dcterms:created>
  <dcterms:modified xsi:type="dcterms:W3CDTF">2026-08-02T16:52:15Z</dcterms:modified>
</cp:coreProperties>
</file>