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406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halves: how the weighted mixing works, then GLUE showing we didn't wreck the language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It's a fair question - it follows if you picture one training step as one batch of data. Next slide is the whole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thing to land here: two independent fetches, one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green blocks - they're in both rows, always labelled 'any sentences'.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Orange lines are the RSR fetch, green the MLM fetch. In alternating only one of them runs per step; in weighted both do, then a single backward. Neither constrains where the MLM sentences come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oversell this. The data really is the same; the difference lives in the optimiser and it's modest. Better to say that plainly than to imply the two schemes are fundamentally different things.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Matching is the pass mark - nobody expects a similarity objective to help sentiment classification. CoLA coming out top is a nice bonus.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a mention because it explains why these look different from earlier runs. Common gotcha, nothing to do with RSR.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points. Happy to dig into any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1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two losses mix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520440"/>
            <a:ext cx="2011680" cy="0"/>
          </a:xfrm>
          <a:prstGeom prst="line">
            <a:avLst/>
          </a:prstGeom>
          <a:noFill/>
          <a:ln w="25400">
            <a:solidFill>
              <a:srgbClr val="E874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3886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McMenamin</a:t>
            </a:r>
            <a:r>
              <a:rPr lang="en-US" sz="1300" dirty="0">
                <a:solidFill>
                  <a:srgbClr val="85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Experiment 3      Supervisor: Barry Devereux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713232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0725912" cy="137160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 w="12700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88720" y="1737360"/>
            <a:ext cx="9811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"With alternating, the MLM step can use any random sentences. Does weighted mixing mean MLM can only use the RSR target words?"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No!!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can use whatever we like, in either scheme.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that changes is how the two numbers get combined before the model is updated.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713232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update, two separate fetches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481328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 isn't limited to one batch. We grab two, score them separately, add the numbers, update once.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E8F5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14400" y="22768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sentences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football, cooking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2496312"/>
            <a:ext cx="274320" cy="219456"/>
          </a:xfrm>
          <a:prstGeom prst="rightArrow">
            <a:avLst/>
          </a:prstGeom>
          <a:solidFill>
            <a:srgbClr val="AAB6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526280" y="21488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E8F5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709160" y="22768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loss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2606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2.3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42900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CEEE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914400" y="355701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with ratings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8862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cat, dog, spoon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69080" y="3776472"/>
            <a:ext cx="274320" cy="219456"/>
          </a:xfrm>
          <a:prstGeom prst="rightArrow">
            <a:avLst/>
          </a:prstGeom>
          <a:solidFill>
            <a:srgbClr val="AAB6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526280" y="34290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CEEE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709160" y="355701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 loss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3886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60920" y="2606040"/>
            <a:ext cx="457200" cy="0"/>
          </a:xfrm>
          <a:prstGeom prst="line">
            <a:avLst/>
          </a:prstGeom>
          <a:noFill/>
          <a:ln w="25400">
            <a:solidFill>
              <a:srgbClr val="AAB6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7360920" y="3886200"/>
            <a:ext cx="457200" cy="0"/>
          </a:xfrm>
          <a:prstGeom prst="line">
            <a:avLst/>
          </a:prstGeom>
          <a:noFill/>
          <a:ln w="25400">
            <a:solidFill>
              <a:srgbClr val="AAB6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7818120" y="2606040"/>
            <a:ext cx="0" cy="1280160"/>
          </a:xfrm>
          <a:prstGeom prst="line">
            <a:avLst/>
          </a:prstGeom>
          <a:noFill/>
          <a:ln w="25400">
            <a:solidFill>
              <a:srgbClr val="AAB6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7818120" y="3136392"/>
            <a:ext cx="274320" cy="219456"/>
          </a:xfrm>
          <a:prstGeom prst="rightArrow">
            <a:avLst/>
          </a:prstGeom>
          <a:solidFill>
            <a:srgbClr val="AAB6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8366760" y="2148840"/>
            <a:ext cx="3090672" cy="2194560"/>
          </a:xfrm>
          <a:prstGeom prst="roundRect">
            <a:avLst>
              <a:gd name="adj" fmla="val 4167"/>
            </a:avLst>
          </a:prstGeom>
          <a:solidFill>
            <a:srgbClr val="141B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595360" y="2651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B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 x 2.3  +  0.7 x 0.5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69680" y="3108960"/>
            <a:ext cx="2103120" cy="0"/>
          </a:xfrm>
          <a:prstGeom prst="line">
            <a:avLst/>
          </a:prstGeom>
          <a:noFill/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859536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1.04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595360" y="3749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5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number, one update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89204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lanes never meet.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31520" y="53492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top lane has to contain cat, dog or spoon. Adding two numbers doesn't mean they came from the same place.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713232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ingredients, different timing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1188720" cy="566928"/>
          </a:xfrm>
          <a:prstGeom prst="roundRect">
            <a:avLst>
              <a:gd name="adj" fmla="val 9677"/>
            </a:avLst>
          </a:prstGeom>
          <a:solidFill>
            <a:srgbClr val="E8F5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75688" y="1965960"/>
            <a:ext cx="1188720" cy="566928"/>
          </a:xfrm>
          <a:prstGeom prst="roundRect">
            <a:avLst>
              <a:gd name="adj" fmla="val 9677"/>
            </a:avLst>
          </a:prstGeom>
          <a:solidFill>
            <a:srgbClr val="E8F5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075688" y="19659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75688" y="2606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9856" y="1965960"/>
            <a:ext cx="1188720" cy="566928"/>
          </a:xfrm>
          <a:prstGeom prst="roundRect">
            <a:avLst>
              <a:gd name="adj" fmla="val 9677"/>
            </a:avLst>
          </a:prstGeom>
          <a:solidFill>
            <a:srgbClr val="E8F5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419856" y="19659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19856" y="2606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64024" y="1965960"/>
            <a:ext cx="1188720" cy="566928"/>
          </a:xfrm>
          <a:prstGeom prst="roundRect">
            <a:avLst>
              <a:gd name="adj" fmla="val 9677"/>
            </a:avLst>
          </a:prstGeom>
          <a:solidFill>
            <a:srgbClr val="FCEEE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764024" y="19659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64024" y="2606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08192" y="1965960"/>
            <a:ext cx="1188720" cy="566928"/>
          </a:xfrm>
          <a:prstGeom prst="roundRect">
            <a:avLst>
              <a:gd name="adj" fmla="val 9677"/>
            </a:avLst>
          </a:prstGeom>
          <a:solidFill>
            <a:srgbClr val="E8F5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108192" y="19659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08192" y="2606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52360" y="1965960"/>
            <a:ext cx="1188720" cy="566928"/>
          </a:xfrm>
          <a:prstGeom prst="roundRect">
            <a:avLst>
              <a:gd name="adj" fmla="val 9677"/>
            </a:avLst>
          </a:prstGeom>
          <a:solidFill>
            <a:srgbClr val="E8F5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452360" y="19659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52360" y="2606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796528" y="1965960"/>
            <a:ext cx="1188720" cy="566928"/>
          </a:xfrm>
          <a:prstGeom prst="roundRect">
            <a:avLst>
              <a:gd name="adj" fmla="val 9677"/>
            </a:avLst>
          </a:prstGeom>
          <a:solidFill>
            <a:srgbClr val="E8F5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796528" y="19659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96528" y="2606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140696" y="1965960"/>
            <a:ext cx="1188720" cy="566928"/>
          </a:xfrm>
          <a:prstGeom prst="roundRect">
            <a:avLst>
              <a:gd name="adj" fmla="val 9677"/>
            </a:avLst>
          </a:prstGeom>
          <a:solidFill>
            <a:srgbClr val="FCEEE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0140696" y="19659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140696" y="2606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297180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pulls from any pool, on 3 steps out of 4.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402336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731520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4334256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731520" y="4334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4681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+ targets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075688" y="402336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2075688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75688" y="4334256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2075688" y="4334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075688" y="4681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+ targets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19856" y="402336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3419856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19856" y="4334256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3419856" y="4334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419856" y="4681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+ targets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64024" y="402336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4764024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64024" y="4334256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4764024" y="4334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64024" y="4681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+ targets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08192" y="402336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6108192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108192" y="4334256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6108192" y="4334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108192" y="4681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+ targets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452360" y="402336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7452360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452360" y="4334256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7452360" y="4334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452360" y="4681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+ targets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796528" y="402336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Text 60"/>
          <p:cNvSpPr/>
          <p:nvPr/>
        </p:nvSpPr>
        <p:spPr>
          <a:xfrm>
            <a:off x="8796528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796528" y="4334256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8796528" y="4334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796528" y="4681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+ targets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0140696" y="402336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10140696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0140696" y="4334256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9" name="Text 67"/>
          <p:cNvSpPr/>
          <p:nvPr/>
        </p:nvSpPr>
        <p:spPr>
          <a:xfrm>
            <a:off x="10140696" y="4334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0140696" y="4681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+ targets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31520" y="5047488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pulls from any pool on every step. RSR just rides along with it.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31520" y="56692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shows up in both rows. Weighting adds RSR on top - it doesn't take MLM's data away.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actual training step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481328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where the batches come from. Alternating calls one sampler or the other. Weighted calls both.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src/train.py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5212080" cy="3063240"/>
          </a:xfrm>
          <a:prstGeom prst="roundRect">
            <a:avLst>
              <a:gd name="adj" fmla="val 2985"/>
            </a:avLst>
          </a:prstGeom>
          <a:solidFill>
            <a:srgbClr val="141B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05840" y="2587752"/>
            <a:ext cx="47548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59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step % 4 == 0: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2811780"/>
            <a:ext cx="47548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7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batch = next(rsr_iterator)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47548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vectors = model.target_vectors(batch, spans)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3259836"/>
            <a:ext cx="47548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 = rsr_loss_for_batch(vectors, scores)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3483864"/>
            <a:ext cx="47548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59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3707892"/>
            <a:ext cx="47548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sents = get_mlm_sentences(mode, wiki_iter)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3931920"/>
            <a:ext cx="47548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batch = prepare_mlm_batch(tokenizer, sents)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4155948"/>
            <a:ext cx="47548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 = model(input_ids, labels=labels).loss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5840" y="4379976"/>
            <a:ext cx="47548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05840" y="4604004"/>
            <a:ext cx="47548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loss.backward();  optimizer.step()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45352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0" y="20299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bert_rsr_continued_pretraining.py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45352" y="2331720"/>
            <a:ext cx="5212080" cy="3063240"/>
          </a:xfrm>
          <a:prstGeom prst="roundRect">
            <a:avLst>
              <a:gd name="adj" fmla="val 2985"/>
            </a:avLst>
          </a:prstGeom>
          <a:solidFill>
            <a:srgbClr val="141B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519672" y="2587752"/>
            <a:ext cx="47548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7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batch, spans, words = rsr_sampler.sample_batch()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19672" y="2811780"/>
            <a:ext cx="47548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rsr_loss = rsr_loss_for_batch(model, batch,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19672" y="3035808"/>
            <a:ext cx="47548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spans, words)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19672" y="3259836"/>
            <a:ext cx="47548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19672" y="3483864"/>
            <a:ext cx="47548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ids, attn, labels = mlm_batcher.sample_batch()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19672" y="3707892"/>
            <a:ext cx="47548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mlm_loss = model.mlm_loss(ids, attn, labels)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19672" y="3931920"/>
            <a:ext cx="47548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19672" y="4155948"/>
            <a:ext cx="47548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(1 - L) * mlm_loss + L * rsr_loss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19672" y="4379976"/>
            <a:ext cx="47548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19672" y="4604004"/>
            <a:ext cx="47548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loss.backward();  optimizer.step()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1520" y="562356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samplers, two batches, one backward pass. The MLM batch is drawn the same way in both - nothing about weighting touches it.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534924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Isn’t that just alternating, reworded?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481328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 of? Sort of? Mostly fair? The model sees the same data either way - at lambda 0.25, the same 3:1 split of MLM to RSR. What changes is what the optimiser does with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51560" y="2331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gradients are measured at different moments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880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computes the RSR gradient three steps after the MLM ones, so it describes a model that has already moved 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measures both on the same model, then moves once.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5352" y="214884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141B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565392" y="2331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Adam quietly turns spiky signals down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65392" y="2880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scales each weight's step by how noisy its recent gradients were. Under alternating, an RSR weight sees nothing, nothing, nothing, BANG - which looks noisy, so Adam shrinks the step.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25% RSR that way and you get less than 25%.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526280"/>
            <a:ext cx="1072591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051560" y="4663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does it actually matter? Not loads.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50292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sweep, alternating finished at 0.479 and weighted at 0.506, against a 0.492 starting point. So it's a real difference, but a second-order one - same information, delivered differently, and sometimes that changes where you land.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 |  5 GLUE TASKS, 3 SEEDS EACH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language model is still fine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481328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 rewires the model's geometry on purpose, so the fair question is what that cost. We're looking for 'no worse', not 'better'.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4114800" cy="438912"/>
          </a:xfrm>
          <a:prstGeom prst="rect">
            <a:avLst/>
          </a:prstGeom>
          <a:solidFill>
            <a:srgbClr val="141B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77824" y="2103120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2103120"/>
            <a:ext cx="2194560" cy="438912"/>
          </a:xfrm>
          <a:prstGeom prst="rect">
            <a:avLst/>
          </a:prstGeom>
          <a:solidFill>
            <a:srgbClr val="141B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992624" y="210312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0" y="2103120"/>
            <a:ext cx="2194560" cy="438912"/>
          </a:xfrm>
          <a:prstGeom prst="rect">
            <a:avLst/>
          </a:prstGeom>
          <a:solidFill>
            <a:srgbClr val="141B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187184" y="210312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+MLM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235440" y="2103120"/>
            <a:ext cx="2221992" cy="438912"/>
          </a:xfrm>
          <a:prstGeom prst="rect">
            <a:avLst/>
          </a:prstGeom>
          <a:solidFill>
            <a:srgbClr val="141B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381744" y="2103120"/>
            <a:ext cx="1929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542032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846320" y="2542032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7040880" y="2542032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9235440" y="2542032"/>
            <a:ext cx="22219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77824" y="2542032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MRPC        paraphrase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92624" y="2542032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0.865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87184" y="2542032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0.855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381744" y="2542032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0.854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3108960"/>
            <a:ext cx="4114800" cy="566928"/>
          </a:xfrm>
          <a:prstGeom prst="rect">
            <a:avLst/>
          </a:prstGeom>
          <a:solidFill>
            <a:srgbClr val="F4F7FC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846320" y="3108960"/>
            <a:ext cx="2194560" cy="566928"/>
          </a:xfrm>
          <a:prstGeom prst="rect">
            <a:avLst/>
          </a:prstGeom>
          <a:solidFill>
            <a:srgbClr val="F4F7FC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7040880" y="3108960"/>
            <a:ext cx="2194560" cy="566928"/>
          </a:xfrm>
          <a:prstGeom prst="rect">
            <a:avLst/>
          </a:prstGeom>
          <a:solidFill>
            <a:srgbClr val="F4F7FC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9235440" y="3108960"/>
            <a:ext cx="2221992" cy="566928"/>
          </a:xfrm>
          <a:prstGeom prst="rect">
            <a:avLst/>
          </a:prstGeom>
          <a:solidFill>
            <a:srgbClr val="F4F7FC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877824" y="3108960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RTE          entailment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92624" y="310896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0.668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187184" y="310896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0.653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381744" y="3108960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0.659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31520" y="3675888"/>
            <a:ext cx="4114800" cy="566928"/>
          </a:xfrm>
          <a:prstGeom prst="rect">
            <a:avLst/>
          </a:prstGeom>
          <a:solidFill>
            <a:srgbClr val="E8F5F2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846320" y="3675888"/>
            <a:ext cx="2194560" cy="566928"/>
          </a:xfrm>
          <a:prstGeom prst="rect">
            <a:avLst/>
          </a:prstGeom>
          <a:solidFill>
            <a:srgbClr val="E8F5F2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7040880" y="3675888"/>
            <a:ext cx="2194560" cy="566928"/>
          </a:xfrm>
          <a:prstGeom prst="rect">
            <a:avLst/>
          </a:prstGeom>
          <a:solidFill>
            <a:srgbClr val="E8F5F2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9235440" y="3675888"/>
            <a:ext cx="2221992" cy="566928"/>
          </a:xfrm>
          <a:prstGeom prst="rect">
            <a:avLst/>
          </a:prstGeom>
          <a:solidFill>
            <a:srgbClr val="E8F5F2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877824" y="3675888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       grammaticality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92624" y="367588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0.575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187184" y="367588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0.581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381744" y="3675888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0.588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31520" y="4242816"/>
            <a:ext cx="4114800" cy="566928"/>
          </a:xfrm>
          <a:prstGeom prst="rect">
            <a:avLst/>
          </a:prstGeom>
          <a:solidFill>
            <a:srgbClr val="F4F7FC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4846320" y="4242816"/>
            <a:ext cx="2194560" cy="566928"/>
          </a:xfrm>
          <a:prstGeom prst="rect">
            <a:avLst/>
          </a:prstGeom>
          <a:solidFill>
            <a:srgbClr val="F4F7FC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040880" y="4242816"/>
            <a:ext cx="2194560" cy="566928"/>
          </a:xfrm>
          <a:prstGeom prst="rect">
            <a:avLst/>
          </a:prstGeom>
          <a:solidFill>
            <a:srgbClr val="F4F7FC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9235440" y="4242816"/>
            <a:ext cx="2221992" cy="566928"/>
          </a:xfrm>
          <a:prstGeom prst="rect">
            <a:avLst/>
          </a:prstGeom>
          <a:solidFill>
            <a:srgbClr val="F4F7FC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877824" y="4242816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STS-B      sentence similarity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92624" y="4242816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0.893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187184" y="4242816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0.896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381744" y="4242816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0.888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731520" y="4809744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4846320" y="4809744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7040880" y="4809744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9235440" y="4809744"/>
            <a:ext cx="22219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877824" y="4809744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SST-2      sentiment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992624" y="4809744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0.928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7187184" y="4809744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0.927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9381744" y="4809744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0.926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731520" y="548640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 matches both baselines everywhere. Biggest gap: 0.013.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31520" y="585216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even comes out top on CoLA, which is about grammar rather than meaning - usually the first place damage turns up.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NOTE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those numbers were produced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481328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GLUE sets - RTE, CoLA, STS-B, MRPC - are notoriously twitchy when you fine-tune BERT-family models. Runs sometimes give up and predict one class for everything.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40280"/>
            <a:ext cx="7863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987552" y="2459736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417320" y="231343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warmup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60604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the learning rate in, so the first few updates can't wreck the pretrained weights.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3081528"/>
            <a:ext cx="7863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987552" y="3300984"/>
            <a:ext cx="274320" cy="274320"/>
          </a:xfrm>
          <a:prstGeom prst="ellipse">
            <a:avLst/>
          </a:prstGeom>
          <a:solidFill>
            <a:srgbClr val="2432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417320" y="315468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epochs on the small sets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344728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instead of 3, so they've got room to converge.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3922776"/>
            <a:ext cx="7863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987552" y="4142232"/>
            <a:ext cx="274320" cy="274320"/>
          </a:xfrm>
          <a:prstGeom prst="ellipse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417320" y="399592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seeds per cell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28853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unlucky run can't become the headline number.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4764024"/>
            <a:ext cx="7863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987552" y="4983480"/>
            <a:ext cx="274320" cy="274320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417320" y="483717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collapse detector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51297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predicting one class for 95%+ of items gets flagged, not quietly averaged in.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869680" y="2240280"/>
            <a:ext cx="2587752" cy="2971800"/>
          </a:xfrm>
          <a:prstGeom prst="roundRect">
            <a:avLst>
              <a:gd name="adj" fmla="val 3534"/>
            </a:avLst>
          </a:prstGeom>
          <a:solidFill>
            <a:srgbClr val="141B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052560" y="2743200"/>
            <a:ext cx="2221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9052560" y="376732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runs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52560" y="4059936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5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45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56692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above lands where you'd expect for BERT-base.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short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2011680" cy="0"/>
          </a:xfrm>
          <a:prstGeom prst="line">
            <a:avLst/>
          </a:prstGeom>
          <a:noFill/>
          <a:ln w="25400">
            <a:solidFill>
              <a:srgbClr val="E874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731520" y="2734056"/>
            <a:ext cx="182880" cy="18288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88720" y="26060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data stays free either way.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99008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grab an MLM batch and an RSR batch separately every step, add the numbers, update once. Weighting doesn't touch what MLM can train 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877056"/>
            <a:ext cx="182880" cy="182880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188720" y="37490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in the optimiser, not the data.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413308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gradients get measured on the same model, and Adam stops damping the RSR signal. Real, but modest - worth about 0.03 in our sweep.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5020056"/>
            <a:ext cx="182880" cy="182880"/>
          </a:xfrm>
          <a:prstGeom prst="ellipse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188720" y="48920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got broken along the way.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527608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parity across five tasks, top of the three on CoLA, and no collapsed runs in 45.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1305</Words>
  <Application>Microsoft Office PowerPoint</Application>
  <PresentationFormat>Widescreen</PresentationFormat>
  <Paragraphs>171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Loss mixing and downstream results</dc:title>
  <dc:subject>PptxGenJS Presentation</dc:subject>
  <dc:creator>Jack McMenamin</dc:creator>
  <cp:lastModifiedBy>Jack McMenamin</cp:lastModifiedBy>
  <cp:revision>2</cp:revision>
  <dcterms:created xsi:type="dcterms:W3CDTF">2026-08-05T12:59:01Z</dcterms:created>
  <dcterms:modified xsi:type="dcterms:W3CDTF">2026-08-05T13:05:26Z</dcterms:modified>
</cp:coreProperties>
</file>